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lear Sans" charset="1" panose="020B0503030202020304"/>
      <p:regular r:id="rId13"/>
    </p:embeddedFont>
    <p:embeddedFont>
      <p:font typeface="Sansation Bold" charset="1" panose="02000000000000000000"/>
      <p:regular r:id="rId14"/>
    </p:embeddedFont>
    <p:embeddedFont>
      <p:font typeface="Sansation" charset="1" panose="02000000000000000000"/>
      <p:regular r:id="rId15"/>
    </p:embeddedFont>
    <p:embeddedFont>
      <p:font typeface="Clear Sans Bold" charset="1" panose="020B08030302020203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13428" y="6017360"/>
            <a:ext cx="8261144" cy="273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Name: Aryan Prakash Pilwalkar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UIN: 231A016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Rollno: 40</a:t>
            </a:r>
          </a:p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Class : BE (AI &amp; DS)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9372" y="3923727"/>
            <a:ext cx="1168925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 spc="32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HYB</a:t>
            </a:r>
            <a:r>
              <a:rPr lang="en-US" b="true" sz="3200" spc="32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RID NLP SYSTEM FOR INFORMAL-TO-FORMAL TEXT STYLE TRANSFER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61662" y="2014450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FROMLIFT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9372" y="5133975"/>
            <a:ext cx="1168925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spc="2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</a:t>
            </a:r>
            <a:r>
              <a:rPr lang="en-US" b="true" sz="2600" spc="2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RCHITECTURE HIGHLIGHTS: </a:t>
            </a:r>
            <a:r>
              <a:rPr lang="en-US" sz="2600" spc="2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RULE ENGINE + FINE-TUNED T5-SMALL + FLASK REST API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27193" y="1639386"/>
            <a:ext cx="903361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88719" y="3045240"/>
            <a:ext cx="12350297" cy="558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b="true" sz="2999" spc="8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Problem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: 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Informal digital text contains SMS abbreviations (u, asap), slang (gonna), missing punctuation, and contractions (cant).Pure spelling/grammar correction tools fail to adjust sentence tone and formality structure.</a:t>
            </a:r>
          </a:p>
          <a:p>
            <a:pPr algn="l">
              <a:lnSpc>
                <a:spcPts val="4499"/>
              </a:lnSpc>
              <a:spcBef>
                <a:spcPct val="0"/>
              </a:spcBef>
            </a:pP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b="true" sz="2999" spc="8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Why Pure Transformer Alone Fails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:</a:t>
            </a:r>
            <a:r>
              <a:rPr lang="en-US" b="true" sz="2999" spc="8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Neural models can hallucinate, alter meaning, or inconsistently handle simple abbreviations.</a:t>
            </a:r>
          </a:p>
          <a:p>
            <a:pPr algn="l">
              <a:lnSpc>
                <a:spcPts val="4499"/>
              </a:lnSpc>
              <a:spcBef>
                <a:spcPct val="0"/>
              </a:spcBef>
            </a:pP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b="true" sz="2999" spc="8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Why Pure Rule Engine Alone Fails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: </a:t>
            </a:r>
            <a:r>
              <a:rPr lang="en-US" sz="2999" spc="8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Rules are context-blind and cannot restructure complex sentences or adjust pragmatic tone.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31750" y="2620461"/>
            <a:ext cx="10624500" cy="7083000"/>
          </a:xfrm>
          <a:custGeom>
            <a:avLst/>
            <a:gdLst/>
            <a:ahLst/>
            <a:cxnLst/>
            <a:rect r="r" b="b" t="t" l="l"/>
            <a:pathLst>
              <a:path h="7083000" w="10624500">
                <a:moveTo>
                  <a:pt x="0" y="0"/>
                </a:moveTo>
                <a:lnTo>
                  <a:pt x="10624500" y="0"/>
                </a:lnTo>
                <a:lnTo>
                  <a:pt x="10624500" y="7083000"/>
                </a:lnTo>
                <a:lnTo>
                  <a:pt x="0" y="708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79047" y="1639386"/>
            <a:ext cx="972990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97488" y="1042900"/>
            <a:ext cx="10873997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DATASET &amp; TRANSFORMER FINE-TUNING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6596" y="2936886"/>
            <a:ext cx="12395118" cy="684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Dataset Selection: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Source: 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Grammarly CoEdIT Dataset (grammarly/coedit, Apache 2.0)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Filter: 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~16,000 clean informal–formal sentence pairs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Split: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80% Train | 10% Validation | 10% Test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 Selection: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Backbone: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google-t5/t5-small (~60 Million Parameters)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Reasoning: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Lightweight for CPU inference, zero-shot task prefix support, fits free     Colab GPU limits.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Training Setup (Google Colab T4 GPU):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Max Sequence Length: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64 tokens (covers &gt;98% of inputs based on token length distribution)</a:t>
            </a:r>
          </a:p>
          <a:p>
            <a:pPr algn="l" marL="518163" indent="-259082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72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Hyperparameters:</a:t>
            </a:r>
            <a:r>
              <a:rPr lang="en-US" sz="2400" spc="7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4 Epochs, Batch Size = 32, Learning Rate = 5e-4, Weight Decay = 0.01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86620" y="2023975"/>
            <a:ext cx="9914760" cy="7769700"/>
          </a:xfrm>
          <a:custGeom>
            <a:avLst/>
            <a:gdLst/>
            <a:ahLst/>
            <a:cxnLst/>
            <a:rect r="r" b="b" t="t" l="l"/>
            <a:pathLst>
              <a:path h="7769700" w="9914760">
                <a:moveTo>
                  <a:pt x="0" y="0"/>
                </a:moveTo>
                <a:lnTo>
                  <a:pt x="9914760" y="0"/>
                </a:lnTo>
                <a:lnTo>
                  <a:pt x="9914760" y="7769700"/>
                </a:lnTo>
                <a:lnTo>
                  <a:pt x="0" y="7769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01667" y="1042900"/>
            <a:ext cx="328466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61143" y="2314406"/>
            <a:ext cx="12365714" cy="5658189"/>
          </a:xfrm>
          <a:custGeom>
            <a:avLst/>
            <a:gdLst/>
            <a:ahLst/>
            <a:cxnLst/>
            <a:rect r="r" b="b" t="t" l="l"/>
            <a:pathLst>
              <a:path h="5658189" w="12365714">
                <a:moveTo>
                  <a:pt x="0" y="0"/>
                </a:moveTo>
                <a:lnTo>
                  <a:pt x="12365714" y="0"/>
                </a:lnTo>
                <a:lnTo>
                  <a:pt x="12365714" y="5658188"/>
                </a:lnTo>
                <a:lnTo>
                  <a:pt x="0" y="56581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01667" y="1042900"/>
            <a:ext cx="328466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9372" y="1042900"/>
            <a:ext cx="11689257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pc="6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APPLICATION FEATURES &amp; 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61990" y="3704140"/>
            <a:ext cx="12164020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3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Web Application Features: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Side-by-Side Output Comparison (Rule-Based vs. Hybrid)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Word-Level Difference Highlighting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Conversion History (localStorage)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One-Click Copy, Clear, and .txt Download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Dark / Light Theme Toggle &amp; GSAP Entrance Animations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3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Technology Stack: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Backend: Flask REST API, PyTorch, Hugging Face Transformers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30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Frontend: Vanilla HTML5, CSS3 Glassmorphism, JavaScript, GSAP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DAHXVJyalY4</dc:identifier>
  <dcterms:modified xsi:type="dcterms:W3CDTF">2011-08-01T06:04:30Z</dcterms:modified>
  <cp:revision>1</cp:revision>
  <dc:title>Fromlift</dc:title>
</cp:coreProperties>
</file>